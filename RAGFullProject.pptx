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00C2FF"/>
                </a:solidFill>
              </a:rPr>
              <a:t>RAGFullProject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A Full-Stack Retrieval-Augmented Generation Demo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ED4"/>
                </a:solidFill>
              </a:rPr>
              <a:t>LangGraph  •  FastAPI  •  ChromaDB  •  Anthropic Claude  •  OpenAI  • 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FF"/>
                </a:solidFill>
              </a:rPr>
              <a:t>What is RAG?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5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BED4"/>
                </a:solidFill>
              </a:rPr>
              <a:t>Retrieval-Augmented Generation (RAG) enhances LLM responses by fetching relevant documents at query time and grounding the answer in real data — reducing hallucination and enabling the model to answer questions beyond its training cutoff.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3566160" cy="34747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4C4C"/>
                </a:solidFill>
              </a:rPr>
              <a:t>❌  LLM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>
                <a:solidFill>
                  <a:srgbClr val="FFFFFF"/>
                </a:solidFill>
              </a:rPr>
              <a:t>Prone to hallucination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FFFFFF"/>
                </a:solidFill>
              </a:rPr>
              <a:t>Knowledge cutoff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FFFFFF"/>
                </a:solidFill>
              </a:rPr>
              <a:t>No access to private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468880"/>
            <a:ext cx="3566160" cy="34747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560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96"/>
                </a:solidFill>
              </a:rPr>
              <a:t>✅ 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92608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>
                <a:solidFill>
                  <a:srgbClr val="FFFFFF"/>
                </a:solidFill>
              </a:rPr>
              <a:t>Grounded in retrieved docs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FFFFFF"/>
                </a:solidFill>
              </a:rPr>
              <a:t>Up-to-date information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FFFFFF"/>
                </a:solidFill>
              </a:rPr>
              <a:t>Works on private knowledge bases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468880"/>
            <a:ext cx="3566160" cy="34747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560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</a:rPr>
              <a:t>⚙️  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92608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>
                <a:solidFill>
                  <a:srgbClr val="FFFFFF"/>
                </a:solidFill>
              </a:rPr>
              <a:t>1. Embed &amp; store documents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FFFFFF"/>
                </a:solidFill>
              </a:rPr>
              <a:t>2. Retrieve relevant chunks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FFFFFF"/>
                </a:solidFill>
              </a:rPr>
              <a:t>3. Generate grounded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FF"/>
                </a:solidFill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5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BED4"/>
                </a:solidFill>
              </a:rPr>
              <a:t>A modular demo collection — each folder is an independent, runnable Python module covering one RAG pipeline component. Mix and match components via the LangGraph orchestration layer.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48840"/>
            <a:ext cx="2788920" cy="13258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DocumentLoading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PDF, Web,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2148840"/>
            <a:ext cx="2788920" cy="13258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Chunking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5 strategies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2148840"/>
            <a:ext cx="2788920" cy="13258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OpenAI / HF / Ollama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53144" y="2148840"/>
            <a:ext cx="2788920" cy="13258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VectorStore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ChromaDB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30168"/>
            <a:ext cx="2788920" cy="13258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7216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13308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Flat, Parent-Child, Multi-Vector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3630168"/>
            <a:ext cx="2788920" cy="13258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4136" y="37216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QueryTranslation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6" y="413308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6 techniques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3630168"/>
            <a:ext cx="2788920" cy="13258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8504" y="37216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QueryStructuring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413308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Metadata filters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53144" y="3630168"/>
            <a:ext cx="2788920" cy="13258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37216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Routing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413308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Logical &amp; Semantic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111496"/>
            <a:ext cx="2788920" cy="13258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52029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Retrieval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561441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Dense, Sparse, Hybrid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64408" y="5111496"/>
            <a:ext cx="2788920" cy="13258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74136" y="52029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Ranking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74136" y="561441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RRF, CrossEncoder, Cohere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08776" y="5111496"/>
            <a:ext cx="2788920" cy="13258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8504" y="52029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ContextAssembly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4" y="561441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Dedup, truncate, reorder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53144" y="5111496"/>
            <a:ext cx="2788920" cy="13258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62872" y="52029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Generation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561441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Claude, GPT, Local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FF"/>
                </a:solidFill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5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21440" cy="566928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🔗  LangGraph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25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Stateful RAG pipeline orchestration using a compiled StateGraph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01952"/>
            <a:ext cx="11521440" cy="566928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93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⚡ 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933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Async REST API — /ingest, /query, /query/stream endpoints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569464"/>
            <a:ext cx="11521440" cy="566928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609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🗄️  ChromaDB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60904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Open-source vector store with metadata filtering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236976"/>
            <a:ext cx="11521440" cy="566928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2841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🤖  Anthropic Claude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328416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claude-sonnet-4-6 / claude-haiku-4-5 for generation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04487"/>
            <a:ext cx="11521440" cy="566928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95927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🧠  OpenAI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995927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GPT-4o for generation, text-embedding-3-small for embeddings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572000"/>
            <a:ext cx="11521440" cy="566928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63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🏠  Ollama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66344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Local LLM &amp; embedding inference (llama3.2, nomic-embed-text)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239512"/>
            <a:ext cx="11521440" cy="566928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3309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📦  uv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3309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Fast Python package manager — replaces pip + venv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907023"/>
            <a:ext cx="11521440" cy="566928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998463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🧪  pytest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998463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Unit (mocked) and integration (live services) test suites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FF"/>
                </a:solidFill>
              </a:rPr>
              <a:t>Full RAG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5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FF"/>
                </a:solidFill>
              </a:rPr>
              <a:t>INGESTION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2606040" cy="6400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96"/>
                </a:solidFill>
              </a:rPr>
              <a:t>DocumentLoading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600200"/>
            <a:ext cx="2606040" cy="6400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6642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96"/>
                </a:solidFill>
              </a:rPr>
              <a:t>Chunking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600200"/>
            <a:ext cx="2606040" cy="6400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96"/>
                </a:solidFill>
              </a:rPr>
              <a:t>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600200"/>
            <a:ext cx="2606040" cy="6400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6642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96"/>
                </a:solidFill>
              </a:rPr>
              <a:t>VectorStore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14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</a:rPr>
              <a:t>QUERY-TIME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80360"/>
            <a:ext cx="1609344" cy="10058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292608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2FF"/>
                </a:solidFill>
              </a:rPr>
              <a:t>QueryTranslation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" y="333756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D4"/>
                </a:solidFill>
              </a:rPr>
              <a:t>Rewrite / expand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4" y="32004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2880360"/>
            <a:ext cx="1609344" cy="10058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66544" y="292608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2FF"/>
                </a:solidFill>
              </a:rPr>
              <a:t>QueryStructuring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66544" y="333756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D4"/>
                </a:solidFill>
              </a:rPr>
              <a:t>Extract filters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3864" y="32004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880360"/>
            <a:ext cx="1609344" cy="10058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58184" y="292608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2FF"/>
                </a:solidFill>
              </a:rPr>
              <a:t>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58184" y="333756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D4"/>
                </a:solidFill>
              </a:rPr>
              <a:t>Select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75504" y="32004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2880360"/>
            <a:ext cx="1609344" cy="10058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9824" y="292608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2FF"/>
                </a:solidFill>
              </a:rPr>
              <a:t>Retrieval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9824" y="333756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D4"/>
                </a:solidFill>
              </a:rPr>
              <a:t>Fetch chunks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7144" y="32004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2880360"/>
            <a:ext cx="1609344" cy="10058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41464" y="292608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2FF"/>
                </a:solidFill>
              </a:rPr>
              <a:t>Ranking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1464" y="333756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D4"/>
                </a:solidFill>
              </a:rPr>
              <a:t>Reorder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58784" y="32004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2880360"/>
            <a:ext cx="1609344" cy="10058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33104" y="292608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2FF"/>
                </a:solidFill>
              </a:rPr>
              <a:t>ContextAssembly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33104" y="333756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D4"/>
                </a:solidFill>
              </a:rPr>
              <a:t>Build context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50424" y="32004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C3AFF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69880" y="2880360"/>
            <a:ext cx="1609344" cy="10058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24744" y="292608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2FF"/>
                </a:solidFill>
              </a:rPr>
              <a:t>Generation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24744" y="333756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D4"/>
                </a:solidFill>
              </a:rPr>
              <a:t>LLM answer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114800"/>
            <a:ext cx="11521440" cy="59436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1788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⚙️  All query-time steps are LangGraph nodes connected by edges and conditional edges in PageIndex/graph.py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FF"/>
                </a:solidFill>
              </a:rPr>
              <a:t>Query Translation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5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ED4"/>
                </a:solidFill>
              </a:rPr>
              <a:t>Transforms raw user input into better queries before retrieval.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37360"/>
            <a:ext cx="5669280" cy="13716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</a:rPr>
              <a:t>Query Rewriting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Makes a vague query explicit and self-contained using an LLM call.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669280" cy="13716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470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</a:rPr>
              <a:t>Multi-Query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8600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Generates N alternative phrasings, retrieves for each, deduplicates.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91839"/>
            <a:ext cx="5669280" cy="13716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01567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</a:rPr>
              <a:t>RAG-Fusion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79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Multi-query + Reciprocal Rank Fusion for better result ordering.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91839"/>
            <a:ext cx="5669280" cy="13716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401567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</a:rPr>
              <a:t>Step-Back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840479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Abstracts the query to a broader question to retrieve background context.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846320"/>
            <a:ext cx="5669280" cy="13716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560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</a:rPr>
              <a:t>HyDE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Embeds a hypothetical answer instead of the raw query for better recall.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846320"/>
            <a:ext cx="5669280" cy="13716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9560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</a:rPr>
              <a:t>Decomposition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9496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Breaks multi-hop questions into ordered sub-questions answered sequentially.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FF"/>
                </a:solidFill>
              </a:rPr>
              <a:t>Chunking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5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ED4"/>
                </a:solidFill>
              </a:rPr>
              <a:t>How documents are split determines retrieval precision. Choose based on document type and use case.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11521440" cy="804672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Fixed-Size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8745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Split by character count. Fast, simple, ignores semantic boundaries.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715768"/>
            <a:ext cx="11521440" cy="804672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0720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Recursive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0720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Tries \n\n → \n → sentence → word. General-purpose default.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648456"/>
            <a:ext cx="11521440" cy="804672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3989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Semantic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739896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Groups sentences by cosine similarity. Best topical coherence.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581144"/>
            <a:ext cx="11521440" cy="804672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725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Parent-Child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672584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Small chunks for retrieval; larger parent returned to LLM.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513832"/>
            <a:ext cx="11521440" cy="804672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60527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Sentence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60527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Indexes single sentences; window of surrounding text used in generation.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FF"/>
                </a:solidFill>
              </a:rPr>
              <a:t>Embedding &amp;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5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C2FF"/>
                </a:solidFill>
              </a:rPr>
              <a:t>Embedding Providers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5394960" cy="12344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96"/>
                </a:solidFill>
              </a:rPr>
              <a:t>OpenAI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text-embedding-3-small (1536d)
text-embedding-3-large (3072d)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108960"/>
            <a:ext cx="5394960" cy="12344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96"/>
                </a:solidFill>
              </a:rPr>
              <a:t>HuggingFace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118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BAAI/bge-small-en-v1.5 (384d)
all-mpnet-base-v2 (768d)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526280"/>
            <a:ext cx="5394960" cy="12344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17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96"/>
                </a:solidFill>
              </a:rPr>
              <a:t>Ollama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nomic-embed-text (768d)
mxbai-embed-large (1024d)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C2FF"/>
                </a:solidFill>
              </a:rPr>
              <a:t>ChromaDB Operations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91640"/>
            <a:ext cx="5486400" cy="804672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FF"/>
                </a:solidFill>
              </a:rPr>
              <a:t>upsert()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7830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Safe re-ingestion using stable doc_id hash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624328"/>
            <a:ext cx="5486400" cy="804672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7157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FF"/>
                </a:solidFill>
              </a:rPr>
              <a:t>query()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71576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Vector search with optional where filter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557016"/>
            <a:ext cx="5486400" cy="804672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648456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FF"/>
                </a:solidFill>
              </a:rPr>
              <a:t>delete()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4845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Remove by doc_id or metadata filter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489704"/>
            <a:ext cx="5486400" cy="804672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81144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FF"/>
                </a:solidFill>
              </a:rPr>
              <a:t>Versioning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58114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Collection name includes embedding model name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422392"/>
            <a:ext cx="5486400" cy="804672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5138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FF"/>
                </a:solidFill>
              </a:rPr>
              <a:t>Distance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5138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cosine (normalized) or l2 (unnormalized)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FF"/>
                </a:solidFill>
              </a:rPr>
              <a:t>Retrieval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5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5669280" cy="20116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FF"/>
                </a:solidFill>
              </a:rPr>
              <a:t>Dense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Vector similarity search in ChromaDB. Fast, semantic.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00400"/>
            <a:ext cx="544068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278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</a:rPr>
              <a:t>Best for: semantic queries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5669280" cy="20116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FF"/>
                </a:solidFill>
              </a:rPr>
              <a:t>Sparse Retrieval (BM25)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Keyword/lexical search. Catches exact terms &amp; product codes.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200400"/>
            <a:ext cx="544068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278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</a:rPr>
              <a:t>Best for: exact term matching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886200"/>
            <a:ext cx="5669280" cy="20116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FF"/>
                </a:solidFill>
              </a:rPr>
              <a:t>Hybrid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Dense + sparse merged via RRF. Higher recall than either alone.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394960"/>
            <a:ext cx="544068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223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</a:rPr>
              <a:t>Best for: general-purpose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886200"/>
            <a:ext cx="5669280" cy="201168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0233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FF"/>
                </a:solidFill>
              </a:rPr>
              <a:t>Self-Query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52628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LLM extracts metadata filters; vector + filter search combined.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5394960"/>
            <a:ext cx="544068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4223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</a:rPr>
              <a:t>Best for: structured constraints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FF"/>
                </a:solidFill>
              </a:rPr>
              <a:t>Ranking &amp; Reranking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5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ED4"/>
                </a:solidFill>
              </a:rPr>
              <a:t>The retriever optimises for recall. The ranker optimises for precision.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37360"/>
            <a:ext cx="11521440" cy="10515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</a:rPr>
              <a:t>RRF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470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3AFF"/>
                </a:solidFill>
              </a:rPr>
              <a:t>Reciprocal Rank 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847088"/>
            <a:ext cx="6126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Parameter-free. Merges multiple ranked lists. No model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26080"/>
            <a:ext cx="11521440" cy="10515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358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</a:rPr>
              <a:t>Cross-Encoder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358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3AFF"/>
                </a:solidFill>
              </a:rPr>
              <a:t>sentence-transformers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035808"/>
            <a:ext cx="6126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Scores (query, doc) pairs jointly. Most accurate, slowest.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114800"/>
            <a:ext cx="11521440" cy="10515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24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</a:rPr>
              <a:t>Cohere Rerank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224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3AFF"/>
                </a:solidFill>
              </a:rPr>
              <a:t>Hosted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224528"/>
            <a:ext cx="6126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High accuracy with a simple API call. No GPU needed.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303520"/>
            <a:ext cx="11521440" cy="105156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413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</a:rPr>
              <a:t>LLM Reranking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413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3AFF"/>
                </a:solidFill>
              </a:rPr>
              <a:t>GPT / Claude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413248"/>
            <a:ext cx="6126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Ask the LLM to score candidates. Best for small sets (&lt; 10).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492240"/>
            <a:ext cx="11521440" cy="54864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562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💡  Lost-in-the-Middle mitigation: place highest-scored chunks at the start and end of the context window.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FF"/>
                </a:solidFill>
              </a:rPr>
              <a:t>Generation &amp; LLM Providers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5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703320" cy="36576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C2FF"/>
                </a:solidFill>
              </a:rPr>
              <a:t>Anthropic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claude-sonnet-4-6
claude-haiku-4-5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Native streaming via .messages.stream()
Set with LLM_PROVIDER=anthropic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25880"/>
            <a:ext cx="3703320" cy="36576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4630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C3AFF"/>
                </a:solidFill>
              </a:rPr>
              <a:t>OpenAI GPT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116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gpt-4o
gpt-4o-mini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834640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Streaming via chat.completions.create(stream=True)
Set with LLM_PROVIDER=openai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3703320" cy="36576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630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96"/>
                </a:solidFill>
              </a:rPr>
              <a:t>Local (Ollama)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llama3.2
mistral / phi3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34640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No API key — runs fully offline
Set with LLM_PROVIDER=local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66360"/>
            <a:ext cx="11521440" cy="6858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303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4"/>
                </a:solidFill>
              </a:rPr>
              <a:t>All providers share BaseLLMProvider with generate() and stream() — swap providers via LLM_PROVIDER env var, zero code changes.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</a:rPr>
              <a:t>Streaming Flow: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9893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LangGraph astream_events()  →  FastAPI StreamingResponse  →  text/event-stream  →  Client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FF"/>
                </a:solidFill>
              </a:rPr>
              <a:t>LangGraph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5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ED4"/>
                </a:solidFill>
              </a:rPr>
              <a:t>PageIndex/graph.py compiles all nodes into a single StateGraph.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3749039" cy="484632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RAGState (TypedDict)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 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4261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  translated_query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  metadata_filters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 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962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 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 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542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 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566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 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589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  sub_questions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613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4"/>
                </a:solidFill>
              </a:rPr>
              <a:t>  sub_answers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Graph Nodes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240280"/>
            <a:ext cx="320040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3042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96"/>
                </a:solidFill>
              </a:rPr>
              <a:t>translate_query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843784"/>
            <a:ext cx="320040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9077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96"/>
                </a:solidFill>
              </a:rPr>
              <a:t>structure_query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447288"/>
            <a:ext cx="320040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5112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96"/>
                </a:solidFill>
              </a:rPr>
              <a:t>route_query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4050791"/>
            <a:ext cx="320040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411479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96"/>
                </a:solidFill>
              </a:rPr>
              <a:t>retrieve / retrieve_web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654296"/>
            <a:ext cx="320040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471830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96"/>
                </a:solidFill>
              </a:rPr>
              <a:t>rank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5257800"/>
            <a:ext cx="320040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53218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96"/>
                </a:solidFill>
              </a:rPr>
              <a:t>assemble_context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5861304"/>
            <a:ext cx="320040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59253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96"/>
                </a:solidFill>
              </a:rPr>
              <a:t>generate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691640"/>
            <a:ext cx="3611880" cy="192024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FF"/>
                </a:solidFill>
              </a:rPr>
              <a:t>Conditional 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24028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route_query node sets state['route'].
Conditional edge dispatches to:
• retrieve (vectorstore)
• retrieve_web (web_search)
• retrieve (sql_database)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749039"/>
            <a:ext cx="3611880" cy="13716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3840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FF"/>
                </a:solidFill>
              </a:rPr>
              <a:t>Compile &amp; Run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2519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graph = build_rag_graph(retriever)
result = await graph.ainvoke(
  {"query": "What is RAG?"})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2FF"/>
                </a:solidFill>
              </a:rPr>
              <a:t>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25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669280" cy="16002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411480" cy="16002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7452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Clone &amp; 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git clone https://github.com/NitinUdasin/RAGFullProject.git
cd RAGFullProject
uv venv &amp;&amp; source .venv/bin/activate
uv 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669280" cy="16002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411480" cy="16002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7452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Configure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87452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cp .env.example .env
# Set ANTHROPIC_API_KEY / OPENAI_API_KEY
# Set LLM_PROVIDER, EMBEDDING_PROVIDER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54680"/>
            <a:ext cx="5669280" cy="16002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154680"/>
            <a:ext cx="411480" cy="16002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65760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Start ChromaDB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docker run -p 8001:8000 chromadb/chroma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154680"/>
            <a:ext cx="5669280" cy="16002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154680"/>
            <a:ext cx="411480" cy="16002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65760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Run API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65760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uv run uvicorn app.main:app --reload --port 8000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37760"/>
            <a:ext cx="5669280" cy="16002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37760"/>
            <a:ext cx="411480" cy="16002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44068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Run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uv run pytest                       # all tests
uv run pytest -m 'not integration'   # unit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937760"/>
            <a:ext cx="5669280" cy="1600200"/>
          </a:xfrm>
          <a:prstGeom prst="rect">
            <a:avLst/>
          </a:prstGeom>
          <a:solidFill>
            <a:srgbClr val="1A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937760"/>
            <a:ext cx="411480" cy="16002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44068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Try a Module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44068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4"/>
                </a:solidFill>
              </a:rPr>
              <a:t>cd QueryTranslation
uv run python query_rewrite.py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00C2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github.com/NitinUdasin/RAGFullProject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ED4"/>
                </a:solidFill>
              </a:rPr>
              <a:t>📁  Each folder = runnable demo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ED4"/>
                </a:solidFill>
              </a:rPr>
              <a:t>📖  Every module has README.md + Python implementations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BED4"/>
                </a:solidFill>
              </a:rPr>
              <a:t>⚙️  Full LangGraph pipeline in PageIndex/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